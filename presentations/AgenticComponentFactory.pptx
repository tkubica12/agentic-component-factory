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83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5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29" y="347406"/>
            <a:ext cx="79248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Agentic Component Factory: </a:t>
            </a:r>
          </a:p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MCP for Delivering Running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45729" y="1396507"/>
            <a:ext cx="8082116" cy="315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agentic components that ship (generate → build → deploy → validate)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templates require manual changes and execution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MCP tool deliver a live contract (URL + endpoints + status)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create_mock_api(...) → CRUD API + Cosmos DB + synthetic data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MCP server triggers execution; Copilot SDK generates code + data and deploy to cloud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coding agents focus on app logic and integration, factory develops and deploys individual components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29" y="347406"/>
            <a:ext cx="79248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Agentic Component Factory: </a:t>
            </a:r>
          </a:p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7DA68-41DB-E3C4-AB75-9A8546824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53" y="2033246"/>
            <a:ext cx="8503573" cy="26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2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On-screen Show (16:9)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Tomas Kubica</cp:lastModifiedBy>
  <cp:revision>3</cp:revision>
  <dcterms:created xsi:type="dcterms:W3CDTF">2026-03-02T06:18:30Z</dcterms:created>
  <dcterms:modified xsi:type="dcterms:W3CDTF">2026-03-02T06:27:40Z</dcterms:modified>
</cp:coreProperties>
</file>